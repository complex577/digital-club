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https://hadoop.apache.org/docs/r3.3.2/hadoop-project-dist/hadoop-hdfs/HdfsDesign.html
- https://hadoop.apache.org/docs/stable/hadoop-project-dist/hadoop-hdfs/HdfsUserGuide.html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https://hadoop.apache.org/docs/r3.3.2/hadoop-project-dist/hadoop-hdfs/HdfsDesign.html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https://hadoop.apache.org/docs/stable/hadoop-project-dist/hadoop-common/SingleCluster.html
- https://hadoop.apache.org/docs/stable/hadoop-project-dist/hadoop-common/ClusterSetup.html
- https://hadoop.apache.org/docs/stable/hadoop-project-dist/hadoop-hdfs/HdfsUserGuide.html
- https://hadoop.apache.org/docs/stable/hadoop-project-dist/hadoop-hdfs-rbf/HDFSRouterFederation.html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https://hadoop.apache.org/docs/r3.3.2/hadoop-project-dist/hadoop-hdfs/HdfsDesign.html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https://hadoop.apache.org/docs/stable/hadoop-project-dist/hadoop-hdfs/HdfsUserGuide.html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https://hadoop.apache.org/docs/stable/hadoop-project-dist/hadoop-hdfs/HDFSHighAvailabilityWithQJM.html
- https://hadoop.apache.org/docs/stable/hadoop-project-dist/hadoop-hdfs/HDFSHighAvailabilityWithNFS.html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https://hadoop.apache.org/docs/stable/hadoop-project-dist/hadoop-hdfs/Federation.html
- https://hadoop.apache.org/docs/stable/hadoop-project-dist/hadoop-hdfs-rbf/HDFSRouterFederation.html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https://github.com/big-data-europe/docker-hadoop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• Deployment • Core Services • Checkpointing • Federation &amp; HA • Multi-node cluster with Docker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1018001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= Hadoop Distributed File System (part of Apache Hadoop)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reliable storage of large files across many machines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high-throughput, streaming reads (batch analytics style workloads)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via block replication and automated re-replication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53949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your first mental model = “metadata in NameNode, data blocks on DataNodes.”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Overview of HDFS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split into large blocks and stored across DataNodes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replicated (for fault tolerance)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stream data directly to/from DataNodes after asking the NameNode for locations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867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sequential reads/writes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&amp; analytics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 / append style data (logs, datasets)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19653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17320"/>
            <a:ext cx="4739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simple architecture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78040" y="1874520"/>
            <a:ext cx="3749040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2904" y="1929384"/>
            <a:ext cx="3639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(metadata)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78040" y="2788920"/>
            <a:ext cx="146304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2843784"/>
            <a:ext cx="13533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95160" y="3794760"/>
            <a:ext cx="1143000" cy="685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0024" y="3849624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3794760"/>
            <a:ext cx="1143000" cy="685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13064" y="3849624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3794760"/>
            <a:ext cx="1143000" cy="685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6104" y="3849624"/>
            <a:ext cx="103327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blocks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2651760"/>
            <a:ext cx="822960" cy="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75320" y="3364992"/>
            <a:ext cx="0" cy="429768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823960" y="2971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metadata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data stream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HDFS 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deployment modes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/ local mode (mostly for quick tests)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Pseudo-distributed (single machine, daemons in separate processes)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distributed (multiple machines; production style)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776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setup checklist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Java, set JAVA_HOME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core-site.xml + hdfs-site.xml (fs.defaultFS, data directories, etc.)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the NameNode (initial metadata)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daemons and verify via web UIs / hdfs dfs commands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19653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41732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node roles you may see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1828800"/>
            <a:ext cx="18745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1828800"/>
            <a:ext cx="313913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1901952"/>
            <a:ext cx="30294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block locations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2304288"/>
            <a:ext cx="18745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2304288"/>
            <a:ext cx="313913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13648" y="2377440"/>
            <a:ext cx="30294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blocks; serves reads/writes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779776"/>
            <a:ext cx="18745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Secondary/Checkpoint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2779776"/>
            <a:ext cx="313913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2852928"/>
            <a:ext cx="30294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checkpoints (fsimage)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3255264"/>
            <a:ext cx="18745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33284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JournalNode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3255264"/>
            <a:ext cx="313913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3648" y="3328416"/>
            <a:ext cx="30294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edits for HA (QJM)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3730752"/>
            <a:ext cx="18745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38039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ZKFC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3730752"/>
            <a:ext cx="313913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13648" y="3803904"/>
            <a:ext cx="30294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 using ZooKeeper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4206240"/>
            <a:ext cx="18745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42793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(RBF)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206240"/>
            <a:ext cx="313913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3648" y="4279392"/>
            <a:ext cx="30294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namespace over federated clusters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Core HDFS Services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3794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990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namespace (folders/files) and metadata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blocks exist and where replicas live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metadata as fsimage + edits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84448"/>
            <a:ext cx="3794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749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33088"/>
            <a:ext cx="3246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blocks on local disks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client read/write requests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heartbeats + block reports to the NameNode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702533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417320"/>
            <a:ext cx="6659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read/write flow (high level)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67510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Client asks NameNode for block locations</a:t>
            </a:r>
            <a:endParaRPr lang="en-US" sz="16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NameNode returns a list of DataNodes (best replica first)</a:t>
            </a:r>
            <a:endParaRPr lang="en-US" sz="16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Client streams data directly to/from DataNodes</a:t>
            </a:r>
            <a:endParaRPr lang="en-US" sz="16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For writes: pipeline replicates blocks across DataNodes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4920" y="4023360"/>
            <a:ext cx="123444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41879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DN-A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73368" y="4297680"/>
            <a:ext cx="2103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37960" y="4023360"/>
            <a:ext cx="123444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1879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DN-B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36408" y="4297680"/>
            <a:ext cx="2103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4023360"/>
            <a:ext cx="123444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41879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DN-C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pipeline (replication)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Checkpointing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checkpoints exist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metadata is stored as: fsimage (snapshot) + edits (change log)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can grow large; restart would have to replay them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merges fsimage + edits into a new fsimage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5778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685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the checkpoint?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Historically: SecondaryNameNode performed checkpoints (not a hot standby)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option: CheckpointNode (per HDFS user guide)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tip: monitor disk + checkpoint frequency; treat as a critical service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19653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41732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2057400"/>
            <a:ext cx="1737360" cy="548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75704" y="21122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fsimage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32520" y="2057400"/>
            <a:ext cx="2011680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7384" y="211226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(log)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2331720"/>
            <a:ext cx="228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43800" y="3017520"/>
            <a:ext cx="338328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3072384"/>
            <a:ext cx="3273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(merge)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2624328"/>
            <a:ext cx="731520" cy="393192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2624328"/>
            <a:ext cx="640080" cy="393192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46720" y="4069080"/>
            <a:ext cx="2377440" cy="548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4123944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fsimage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35440" y="3703320"/>
            <a:ext cx="0" cy="3657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629400" y="5349240"/>
            <a:ext cx="4830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smaller edits + faster restarts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High Availability (HA) HDFS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577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 gives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NameNode as a single point of failure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NameNodes: one Active, one Standby (kept in sync)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failover (manual or automatic)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776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HA building blocks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edits via Quorum Journal Manager (JournalNodes) or shared storage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+ ZKFC for automatic failover and health monitoring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 to prevent “split brain”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19653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41732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HA (QJM) sketch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1920240"/>
            <a:ext cx="219456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4264" y="1975104"/>
            <a:ext cx="20848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98280" y="1920240"/>
            <a:ext cx="2194560" cy="73152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3144" y="1975104"/>
            <a:ext cx="20848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3291840"/>
            <a:ext cx="123444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58584" y="3346704"/>
            <a:ext cx="11247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3291840"/>
            <a:ext cx="123444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3346704"/>
            <a:ext cx="11247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38360" y="3291840"/>
            <a:ext cx="123444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3224" y="3346704"/>
            <a:ext cx="11247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3886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JournalNodes (shared edits)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4434840"/>
            <a:ext cx="19202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448970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ZKFC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26680" y="2651760"/>
            <a:ext cx="0" cy="6400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95560" y="2651760"/>
            <a:ext cx="0" cy="6400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629400" y="5349240"/>
            <a:ext cx="4830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writes edits; Standby tails edits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Federated HDFS (and Router-based Federation)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5778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Federation: the idea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NameNodes, each managing its own namespace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 of DataNodes can serve multiple namespaces (separate block pools)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metadata + isolates workloads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577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8221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Router-based Federation (RBF)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Router layer that exposes a unified namespace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table maps paths → specific namespace/cluster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large multi-tenant environments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19653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41732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sketch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1828800"/>
            <a:ext cx="23774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1883664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(optional)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2743200"/>
            <a:ext cx="219456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2798064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743200"/>
            <a:ext cx="219456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44584" y="2798064"/>
            <a:ext cx="2084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3931920"/>
            <a:ext cx="141732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4304" y="3986784"/>
            <a:ext cx="1307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49640" y="3931920"/>
            <a:ext cx="141732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04504" y="3986784"/>
            <a:ext cx="1307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49840" y="3931920"/>
            <a:ext cx="141732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04704" y="3986784"/>
            <a:ext cx="1307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storage pool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(multiple block pools)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18120" y="2377440"/>
            <a:ext cx="1371600" cy="3657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89720" y="2377440"/>
            <a:ext cx="1097280" cy="3657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818120" y="3383280"/>
            <a:ext cx="0" cy="5486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87000" y="3383280"/>
            <a:ext cx="0" cy="5486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Multi-node Cluster with Docker (dev/test)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577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 tiny HDFS cluster quickly for learning or CI tests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docker-compose to run a NameNode + multiple DataNodes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demos; not a replacement for secure production installs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776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web UI (commonly :9870) shows DFS health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few hdfs dfs commands inside the client/container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with volumes if you need state across restarts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196535" cy="48463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41732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 (docker-compose)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483077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a sample repo (dev/testing):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https://github.com/big-data-europe/docker-hadoop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docker-hadoop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cluster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folder + upload a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exec namenode hdfs dfs -mkdir -p /data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exec namenode hdfs dfs -put /etc/hosts /data/hosts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exec namenode hdfs dfs -ls /data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Web UI (host browser): http://localhost:9870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simple notes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2026-01-15T20:34:32Z</dcterms:created>
  <dcterms:modified xsi:type="dcterms:W3CDTF">2026-01-15T20:34:32Z</dcterms:modified>
</cp:coreProperties>
</file>